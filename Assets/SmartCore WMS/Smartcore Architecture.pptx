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2" r:id="rId5"/>
    <p:sldId id="263" r:id="rId6"/>
    <p:sldId id="260" r:id="rId7"/>
    <p:sldId id="261" r:id="rId8"/>
    <p:sldId id="258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mediaAndTx" preserve="1" userDrawn="1">
  <p:cSld name="그림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본문 개체 틀 2"/>
          <p:cNvSpPr>
            <a:spLocks noGrp="1"/>
          </p:cNvSpPr>
          <p:nvPr>
            <p:ph type="pic" sz="half" idx="1"/>
          </p:nvPr>
        </p:nvSpPr>
        <p:spPr>
          <a:xfrm>
            <a:off x="615149" y="1600156"/>
            <a:ext cx="5385599" cy="4525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본문 개체 틀 3"/>
          <p:cNvSpPr>
            <a:spLocks noGrp="1"/>
          </p:cNvSpPr>
          <p:nvPr>
            <p:ph type="body"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8D7A7C4-C82A-4D21-9AB0-F0C5A1D3EF09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29863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xAndMedia" preserve="1" userDrawn="1">
  <p:cSld name="본문 및 미디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본문 개체 틀 2"/>
          <p:cNvSpPr>
            <a:spLocks noGrp="1"/>
          </p:cNvSpPr>
          <p:nvPr>
            <p:ph type="body" sz="half" idx="1"/>
          </p:nvPr>
        </p:nvSpPr>
        <p:spPr>
          <a:xfrm>
            <a:off x="615949" y="159932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미디어 개체 틀 3"/>
          <p:cNvSpPr>
            <a:spLocks noGrp="1"/>
          </p:cNvSpPr>
          <p:nvPr>
            <p:ph type="media" sz="half" idx="2"/>
          </p:nvPr>
        </p:nvSpPr>
        <p:spPr>
          <a:xfrm>
            <a:off x="6191250" y="1600156"/>
            <a:ext cx="5385599" cy="4525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ko-KR" altLang="en-US" smtClean="0"/>
              <a:t>미디어를 추가하려면 아이콘을 클릭하십시오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8D7A7C4-C82A-4D21-9AB0-F0C5A1D3EF09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3465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 userDrawn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3050"/>
            <a:ext cx="40110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599" y="1435100"/>
            <a:ext cx="40110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0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8D7A7C4-C82A-4D21-9AB0-F0C5A1D3EF09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11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67787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x" preserve="1" userDrawn="1">
  <p:cSld name="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본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8D7A7C4-C82A-4D21-9AB0-F0C5A1D3EF09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56339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10" Type="http://schemas.openxmlformats.org/officeDocument/2006/relationships/image" Target="../media/image12.png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Relationship Id="rId8" Type="http://schemas.openxmlformats.org/officeDocument/2006/relationships/image" Target="../media/image10.png"  /><Relationship Id="rId9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Smartcore Architecture</a:t>
            </a:r>
            <a:endParaRPr lang="en-US" altLang="ko-KR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2026-03-06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991170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3 Layer</a:t>
            </a:r>
            <a:endParaRPr lang="en-US" altLang="ko-KR"/>
          </a:p>
        </p:txBody>
      </p:sp>
      <p:sp>
        <p:nvSpPr>
          <p:cNvPr id="5" name="본문 개체 틀 3"/>
          <p:cNvSpPr/>
          <p:nvPr/>
        </p:nvSpPr>
        <p:spPr>
          <a:xfrm>
            <a:off x="3676059" y="1598599"/>
            <a:ext cx="7905148" cy="1131621"/>
          </a:xfrm>
          <a:prstGeom prst="rect">
            <a:avLst/>
          </a:prstGeom>
          <a:solidFill>
            <a:schemeClr val="lt1"/>
          </a:solidFill>
        </p:spPr>
        <p:txBody>
          <a:bodyPr vert="horz" lIns="91440" tIns="45720" rIns="91440" bIns="45720">
            <a:normAutofit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존재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호출하는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혹은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 Action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존재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본문 개체 틀 3"/>
          <p:cNvSpPr/>
          <p:nvPr/>
        </p:nvSpPr>
        <p:spPr>
          <a:xfrm>
            <a:off x="3676059" y="3294411"/>
            <a:ext cx="7905148" cy="1131621"/>
          </a:xfrm>
          <a:prstGeom prst="rect">
            <a:avLst/>
          </a:prstGeom>
          <a:solidFill>
            <a:schemeClr val="lt1"/>
          </a:solidFill>
        </p:spPr>
        <p:txBody>
          <a:bodyPr vert="horz" lIns="91440" tIns="45720" rIns="91440" bIns="45720">
            <a:normAutofit/>
          </a:bodyPr>
          <a:lstStyle/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Entity 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존재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Entity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참조하는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 Action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존재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본문 개체 틀 3"/>
          <p:cNvSpPr/>
          <p:nvPr/>
        </p:nvSpPr>
        <p:spPr>
          <a:xfrm>
            <a:off x="3676059" y="4993824"/>
            <a:ext cx="7905148" cy="1131621"/>
          </a:xfrm>
          <a:prstGeom prst="rect">
            <a:avLst/>
          </a:prstGeom>
          <a:solidFill>
            <a:schemeClr val="lt1"/>
          </a:solidFill>
        </p:spPr>
        <p:txBody>
          <a:bodyPr vert="horz" lIns="91440" tIns="45720" rIns="91440" bIns="45720">
            <a:normAutofit/>
          </a:bodyPr>
          <a:lstStyle/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Forge 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존재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무관한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 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혹은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존재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본문 개체 틀 3"/>
          <p:cNvSpPr/>
          <p:nvPr/>
        </p:nvSpPr>
        <p:spPr>
          <a:xfrm>
            <a:off x="615677" y="1598599"/>
            <a:ext cx="2864518" cy="1131621"/>
          </a:xfrm>
          <a:prstGeom prst="rect">
            <a:avLst/>
          </a:prstGeom>
          <a:solidFill>
            <a:schemeClr val="lt1"/>
          </a:solidFill>
        </p:spPr>
        <p:txBody>
          <a:bodyPr vert="horz" lIns="91440" tIns="45720" rIns="91440" bIns="45720">
            <a:normAutofit/>
          </a:bodyPr>
          <a:lstStyle/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End-user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본문 개체 틀 3"/>
          <p:cNvSpPr/>
          <p:nvPr/>
        </p:nvSpPr>
        <p:spPr>
          <a:xfrm>
            <a:off x="615677" y="3294411"/>
            <a:ext cx="2864518" cy="1131621"/>
          </a:xfrm>
          <a:prstGeom prst="rect">
            <a:avLst/>
          </a:prstGeom>
          <a:solidFill>
            <a:schemeClr val="lt1"/>
          </a:solidFill>
        </p:spPr>
        <p:txBody>
          <a:bodyPr vert="horz" lIns="91440" tIns="45720" rIns="91440" bIns="45720">
            <a:normAutofit/>
          </a:bodyPr>
          <a:lstStyle/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본문 개체 틀 3"/>
          <p:cNvSpPr/>
          <p:nvPr/>
        </p:nvSpPr>
        <p:spPr>
          <a:xfrm>
            <a:off x="615677" y="4993824"/>
            <a:ext cx="2864518" cy="1131621"/>
          </a:xfrm>
          <a:prstGeom prst="rect">
            <a:avLst/>
          </a:prstGeom>
          <a:solidFill>
            <a:schemeClr val="lt1"/>
          </a:solidFill>
        </p:spPr>
        <p:txBody>
          <a:bodyPr vert="horz" lIns="91440" tIns="45720" rIns="91440" bIns="45720">
            <a:normAutofit/>
          </a:bodyPr>
          <a:lstStyle/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Foundation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Dependencies</a:t>
            </a:r>
            <a:endParaRPr lang="en-US" altLang="ko-KR"/>
          </a:p>
        </p:txBody>
      </p:sp>
      <p:cxnSp>
        <p:nvCxnSpPr>
          <p:cNvPr id="133" name="선 132"/>
          <p:cNvCxnSpPr>
            <a:stCxn id="11" idx="1"/>
          </p:cNvCxnSpPr>
          <p:nvPr/>
        </p:nvCxnSpPr>
        <p:spPr>
          <a:xfrm rot="10800000">
            <a:off x="96000" y="1417637"/>
            <a:ext cx="5395394" cy="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"/>
          <p:cNvGrpSpPr/>
          <p:nvPr/>
        </p:nvGrpSpPr>
        <p:grpSpPr>
          <a:xfrm rot="0">
            <a:off x="96003" y="1236822"/>
            <a:ext cx="12014996" cy="5405928"/>
            <a:chOff x="96003" y="1236822"/>
            <a:chExt cx="12014996" cy="5405928"/>
          </a:xfrm>
        </p:grpSpPr>
        <p:sp>
          <p:nvSpPr>
            <p:cNvPr id="11" name="가로 글상자 10"/>
            <p:cNvSpPr txBox="1"/>
            <p:nvPr/>
          </p:nvSpPr>
          <p:spPr>
            <a:xfrm>
              <a:off x="5491394" y="1236822"/>
              <a:ext cx="1210396" cy="361632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p>
              <a:pPr lvl="0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12" name="가로 글상자 11"/>
            <p:cNvSpPr txBox="1"/>
            <p:nvPr/>
          </p:nvSpPr>
          <p:spPr>
            <a:xfrm>
              <a:off x="1287780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Master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2" name="가로 글상자 21"/>
            <p:cNvSpPr txBox="1"/>
            <p:nvPr/>
          </p:nvSpPr>
          <p:spPr>
            <a:xfrm>
              <a:off x="10380342" y="1236822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Mobile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3" name="가로 글상자 22"/>
            <p:cNvSpPr txBox="1"/>
            <p:nvPr/>
          </p:nvSpPr>
          <p:spPr>
            <a:xfrm>
              <a:off x="4890135" y="2928980"/>
              <a:ext cx="2411730" cy="36543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 Core Widget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4" name="가로 글상자 23"/>
            <p:cNvSpPr txBox="1"/>
            <p:nvPr/>
          </p:nvSpPr>
          <p:spPr>
            <a:xfrm>
              <a:off x="9702166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System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5" name="가로 글상자 24"/>
            <p:cNvSpPr txBox="1"/>
            <p:nvPr/>
          </p:nvSpPr>
          <p:spPr>
            <a:xfrm>
              <a:off x="8500110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Analysis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6" name="가로 글상자 25"/>
            <p:cNvSpPr txBox="1"/>
            <p:nvPr/>
          </p:nvSpPr>
          <p:spPr>
            <a:xfrm>
              <a:off x="7298055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Status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7" name="가로 글상자 26"/>
            <p:cNvSpPr txBox="1"/>
            <p:nvPr/>
          </p:nvSpPr>
          <p:spPr>
            <a:xfrm>
              <a:off x="6096000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Stock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8" name="가로 글상자 27"/>
            <p:cNvSpPr txBox="1"/>
            <p:nvPr/>
          </p:nvSpPr>
          <p:spPr>
            <a:xfrm>
              <a:off x="4893945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Outbound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29" name="가로 글상자 28"/>
            <p:cNvSpPr txBox="1"/>
            <p:nvPr/>
          </p:nvSpPr>
          <p:spPr>
            <a:xfrm>
              <a:off x="3691890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Inbound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0" name="가로 글상자 29"/>
            <p:cNvSpPr txBox="1"/>
            <p:nvPr/>
          </p:nvSpPr>
          <p:spPr>
            <a:xfrm>
              <a:off x="2489835" y="1976909"/>
              <a:ext cx="1202055" cy="643561"/>
            </a:xfrm>
            <a:prstGeom prst="rect">
              <a:avLst/>
            </a:prstGeom>
            <a:gradFill flip="xy" rotWithShape="1">
              <a:gsLst>
                <a:gs pos="0">
                  <a:srgbClr val="a11d23">
                    <a:alpha val="100000"/>
                  </a:srgbClr>
                </a:gs>
                <a:gs pos="100000">
                  <a:srgbClr val="124b98">
                    <a:alpha val="100000"/>
                  </a:srgbClr>
                </a:gs>
              </a:gsLst>
              <a:lin ang="5400000" scaled="1"/>
              <a:tileRect/>
            </a:gra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Strategy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1" name="가로 글상자 30"/>
            <p:cNvSpPr txBox="1"/>
            <p:nvPr/>
          </p:nvSpPr>
          <p:spPr>
            <a:xfrm>
              <a:off x="310514" y="3683379"/>
              <a:ext cx="1400176" cy="639066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Master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2" name="가로 글상자 31"/>
            <p:cNvSpPr txBox="1"/>
            <p:nvPr/>
          </p:nvSpPr>
          <p:spPr>
            <a:xfrm>
              <a:off x="1709737" y="3682191"/>
              <a:ext cx="1506855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Strategy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3" name="가로 글상자 32"/>
            <p:cNvSpPr txBox="1"/>
            <p:nvPr/>
          </p:nvSpPr>
          <p:spPr>
            <a:xfrm>
              <a:off x="3216592" y="3682191"/>
              <a:ext cx="1525905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Inbound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4" name="가로 글상자 33"/>
            <p:cNvSpPr txBox="1"/>
            <p:nvPr/>
          </p:nvSpPr>
          <p:spPr>
            <a:xfrm>
              <a:off x="4742497" y="3682191"/>
              <a:ext cx="1697355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Outbound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5" name="가로 글상자 34"/>
            <p:cNvSpPr txBox="1"/>
            <p:nvPr/>
          </p:nvSpPr>
          <p:spPr>
            <a:xfrm>
              <a:off x="6439853" y="3682191"/>
              <a:ext cx="1240155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Stock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6" name="가로 글상자 35"/>
            <p:cNvSpPr txBox="1"/>
            <p:nvPr/>
          </p:nvSpPr>
          <p:spPr>
            <a:xfrm>
              <a:off x="7680008" y="3682191"/>
              <a:ext cx="1316355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Status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7" name="가로 글상자 36"/>
            <p:cNvSpPr txBox="1"/>
            <p:nvPr/>
          </p:nvSpPr>
          <p:spPr>
            <a:xfrm>
              <a:off x="8996363" y="3682191"/>
              <a:ext cx="1487805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Analysis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8" name="가로 글상자 37"/>
            <p:cNvSpPr txBox="1"/>
            <p:nvPr/>
          </p:nvSpPr>
          <p:spPr>
            <a:xfrm>
              <a:off x="10484168" y="3682191"/>
              <a:ext cx="1402080" cy="640254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System Logic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39" name="가로 글상자 38"/>
            <p:cNvSpPr txBox="1"/>
            <p:nvPr/>
          </p:nvSpPr>
          <p:spPr>
            <a:xfrm>
              <a:off x="5037772" y="4633105"/>
              <a:ext cx="2116455" cy="365615"/>
            </a:xfrm>
            <a:prstGeom prst="rect">
              <a:avLst/>
            </a:prstGeom>
            <a:solidFill>
              <a:srgbClr val="a11d23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 Database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41" name="가로 글상자 40"/>
            <p:cNvSpPr txBox="1"/>
            <p:nvPr/>
          </p:nvSpPr>
          <p:spPr>
            <a:xfrm>
              <a:off x="4523340" y="6198870"/>
              <a:ext cx="733590" cy="365145"/>
            </a:xfrm>
            <a:prstGeom prst="rect">
              <a:avLst/>
            </a:prstGeom>
            <a:solidFill>
              <a:srgbClr val="124b98"/>
            </a:solidFill>
          </p:spPr>
          <p:txBody>
            <a:bodyPr wrap="none">
              <a:spAutoFit/>
            </a:bodyPr>
            <a:p>
              <a:pPr lvl="0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Forge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42" name="가로 글상자 41"/>
            <p:cNvSpPr txBox="1"/>
            <p:nvPr/>
          </p:nvSpPr>
          <p:spPr>
            <a:xfrm>
              <a:off x="5494972" y="5559634"/>
              <a:ext cx="1202055" cy="639236"/>
            </a:xfrm>
            <a:prstGeom prst="rect">
              <a:avLst/>
            </a:prstGeom>
            <a:solidFill>
              <a:srgbClr val="124b98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Library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43" name="가로 글상자 42"/>
            <p:cNvSpPr txBox="1"/>
            <p:nvPr/>
          </p:nvSpPr>
          <p:spPr>
            <a:xfrm>
              <a:off x="1287780" y="5559634"/>
              <a:ext cx="1202055" cy="639236"/>
            </a:xfrm>
            <a:prstGeom prst="rect">
              <a:avLst/>
            </a:prstGeom>
            <a:solidFill>
              <a:srgbClr val="124b98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Theme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44" name="가로 글상자 43"/>
            <p:cNvSpPr txBox="1"/>
            <p:nvPr/>
          </p:nvSpPr>
          <p:spPr>
            <a:xfrm>
              <a:off x="2879167" y="5559634"/>
              <a:ext cx="1202055" cy="639236"/>
            </a:xfrm>
            <a:prstGeom prst="rect">
              <a:avLst/>
            </a:prstGeom>
            <a:solidFill>
              <a:srgbClr val="124b98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Pattern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45" name="가로 글상자 44"/>
            <p:cNvSpPr txBox="1"/>
            <p:nvPr/>
          </p:nvSpPr>
          <p:spPr>
            <a:xfrm>
              <a:off x="7899083" y="5559634"/>
              <a:ext cx="1564005" cy="639236"/>
            </a:xfrm>
            <a:prstGeom prst="rect">
              <a:avLst/>
            </a:prstGeom>
            <a:solidFill>
              <a:srgbClr val="124b98"/>
            </a:solidFill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Mobile Theme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sp>
          <p:nvSpPr>
            <p:cNvPr id="46" name="가로 글상자 45"/>
            <p:cNvSpPr txBox="1"/>
            <p:nvPr/>
          </p:nvSpPr>
          <p:spPr>
            <a:xfrm>
              <a:off x="9980292" y="5559634"/>
              <a:ext cx="1602105" cy="639236"/>
            </a:xfrm>
            <a:prstGeom prst="rect">
              <a:avLst/>
            </a:prstGeom>
            <a:solidFill>
              <a:srgbClr val="124b98"/>
            </a:solidFill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SmartCore</a:t>
              </a:r>
              <a:endParaRPr lang="en-US" altLang="ko-KR">
                <a:solidFill>
                  <a:schemeClr val="lt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lt1"/>
                  </a:solidFill>
                </a:rPr>
                <a:t>Mobile Pattern</a:t>
              </a:r>
              <a:endParaRPr lang="en-US" altLang="ko-KR">
                <a:solidFill>
                  <a:schemeClr val="lt1"/>
                </a:solidFill>
              </a:endParaRPr>
            </a:p>
          </p:txBody>
        </p:sp>
        <p:cxnSp>
          <p:nvCxnSpPr>
            <p:cNvPr id="119" name="화살표 118"/>
            <p:cNvCxnSpPr>
              <a:stCxn id="11" idx="2"/>
              <a:endCxn id="12" idx="0"/>
            </p:cNvCxnSpPr>
            <p:nvPr/>
          </p:nvCxnSpPr>
          <p:spPr>
            <a:xfrm rot="10800000" flipV="1">
              <a:off x="1888807" y="1598465"/>
              <a:ext cx="4207784" cy="37844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화살표 119"/>
            <p:cNvCxnSpPr>
              <a:stCxn id="11" idx="2"/>
              <a:endCxn id="30" idx="0"/>
            </p:cNvCxnSpPr>
            <p:nvPr/>
          </p:nvCxnSpPr>
          <p:spPr>
            <a:xfrm rot="10800000" flipV="1">
              <a:off x="3090862" y="1598459"/>
              <a:ext cx="3005729" cy="3784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화살표 120"/>
            <p:cNvCxnSpPr>
              <a:stCxn id="11" idx="2"/>
              <a:endCxn id="29" idx="0"/>
            </p:cNvCxnSpPr>
            <p:nvPr/>
          </p:nvCxnSpPr>
          <p:spPr>
            <a:xfrm rot="10800000" flipV="1">
              <a:off x="4292918" y="1598454"/>
              <a:ext cx="1803674" cy="3784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화살표 121"/>
            <p:cNvCxnSpPr>
              <a:stCxn id="11" idx="2"/>
              <a:endCxn id="28" idx="0"/>
            </p:cNvCxnSpPr>
            <p:nvPr/>
          </p:nvCxnSpPr>
          <p:spPr>
            <a:xfrm rot="10800000" flipV="1">
              <a:off x="5494972" y="1598454"/>
              <a:ext cx="601619" cy="3784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화살표 122"/>
            <p:cNvCxnSpPr>
              <a:stCxn id="11" idx="2"/>
              <a:endCxn id="27" idx="0"/>
            </p:cNvCxnSpPr>
            <p:nvPr/>
          </p:nvCxnSpPr>
          <p:spPr>
            <a:xfrm>
              <a:off x="6096592" y="1598454"/>
              <a:ext cx="600435" cy="3784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화살표 123"/>
            <p:cNvCxnSpPr>
              <a:stCxn id="11" idx="2"/>
              <a:endCxn id="26" idx="0"/>
            </p:cNvCxnSpPr>
            <p:nvPr/>
          </p:nvCxnSpPr>
          <p:spPr>
            <a:xfrm>
              <a:off x="6096592" y="1598454"/>
              <a:ext cx="1802491" cy="3784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화살표 124"/>
            <p:cNvCxnSpPr>
              <a:stCxn id="11" idx="2"/>
              <a:endCxn id="25" idx="0"/>
            </p:cNvCxnSpPr>
            <p:nvPr/>
          </p:nvCxnSpPr>
          <p:spPr>
            <a:xfrm>
              <a:off x="6096592" y="1598454"/>
              <a:ext cx="3004546" cy="3784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화살표 125"/>
            <p:cNvCxnSpPr>
              <a:stCxn id="11" idx="2"/>
              <a:endCxn id="24" idx="0"/>
            </p:cNvCxnSpPr>
            <p:nvPr/>
          </p:nvCxnSpPr>
          <p:spPr>
            <a:xfrm>
              <a:off x="6096592" y="1598454"/>
              <a:ext cx="4206602" cy="37845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선 126"/>
            <p:cNvCxnSpPr>
              <a:stCxn id="11" idx="1"/>
            </p:cNvCxnSpPr>
            <p:nvPr/>
          </p:nvCxnSpPr>
          <p:spPr>
            <a:xfrm rot="10800000" flipV="1">
              <a:off x="1010602" y="1417651"/>
              <a:ext cx="4480792" cy="4627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선 127"/>
            <p:cNvCxnSpPr/>
            <p:nvPr/>
          </p:nvCxnSpPr>
          <p:spPr>
            <a:xfrm rot="16200000" flipH="1" flipV="1">
              <a:off x="394945" y="2496039"/>
              <a:ext cx="1231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화살표 128"/>
            <p:cNvCxnSpPr>
              <a:endCxn id="23" idx="1"/>
            </p:cNvCxnSpPr>
            <p:nvPr/>
          </p:nvCxnSpPr>
          <p:spPr>
            <a:xfrm>
              <a:off x="1010602" y="3111695"/>
              <a:ext cx="387953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양방향 화살표 136"/>
            <p:cNvCxnSpPr>
              <a:endCxn id="43" idx="1"/>
            </p:cNvCxnSpPr>
            <p:nvPr/>
          </p:nvCxnSpPr>
          <p:spPr>
            <a:xfrm rot="16200000" flipH="1">
              <a:off x="-1538915" y="3052556"/>
              <a:ext cx="4461615" cy="119177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양방향 화살표 138"/>
            <p:cNvCxnSpPr>
              <a:endCxn id="39" idx="2"/>
            </p:cNvCxnSpPr>
            <p:nvPr/>
          </p:nvCxnSpPr>
          <p:spPr>
            <a:xfrm flipV="1">
              <a:off x="96003" y="4998720"/>
              <a:ext cx="5999996" cy="24153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화살표 139"/>
            <p:cNvCxnSpPr>
              <a:stCxn id="44" idx="0"/>
            </p:cNvCxnSpPr>
            <p:nvPr/>
          </p:nvCxnSpPr>
          <p:spPr>
            <a:xfrm rot="16200000">
              <a:off x="3320503" y="5399942"/>
              <a:ext cx="319384" cy="0"/>
            </a:xfrm>
            <a:prstGeom prst="straightConnector1">
              <a:avLst/>
            </a:prstGeom>
            <a:ln>
              <a:solidFill>
                <a:schemeClr val="accent1">
                  <a:satMod val="105000"/>
                </a:schemeClr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화살표 140"/>
            <p:cNvCxnSpPr>
              <a:stCxn id="41" idx="0"/>
            </p:cNvCxnSpPr>
            <p:nvPr/>
          </p:nvCxnSpPr>
          <p:spPr>
            <a:xfrm rot="16200000">
              <a:off x="4410825" y="5719560"/>
              <a:ext cx="958620" cy="0"/>
            </a:xfrm>
            <a:prstGeom prst="straightConnector1">
              <a:avLst/>
            </a:prstGeom>
            <a:ln>
              <a:solidFill>
                <a:schemeClr val="accent1">
                  <a:satMod val="105000"/>
                </a:schemeClr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화살표 141"/>
            <p:cNvCxnSpPr>
              <a:stCxn id="42" idx="1"/>
            </p:cNvCxnSpPr>
            <p:nvPr/>
          </p:nvCxnSpPr>
          <p:spPr>
            <a:xfrm rot="10800000">
              <a:off x="4890135" y="5879252"/>
              <a:ext cx="604837" cy="0"/>
            </a:xfrm>
            <a:prstGeom prst="straightConnector1">
              <a:avLst/>
            </a:prstGeom>
            <a:ln>
              <a:solidFill>
                <a:schemeClr val="accent1">
                  <a:satMod val="105000"/>
                </a:schemeClr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화살표 142"/>
            <p:cNvCxnSpPr>
              <a:stCxn id="12" idx="2"/>
              <a:endCxn id="23" idx="0"/>
            </p:cNvCxnSpPr>
            <p:nvPr/>
          </p:nvCxnSpPr>
          <p:spPr>
            <a:xfrm>
              <a:off x="1888807" y="2620470"/>
              <a:ext cx="4207192" cy="308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화살표 143"/>
            <p:cNvCxnSpPr>
              <a:stCxn id="30" idx="2"/>
              <a:endCxn id="23" idx="0"/>
            </p:cNvCxnSpPr>
            <p:nvPr/>
          </p:nvCxnSpPr>
          <p:spPr>
            <a:xfrm>
              <a:off x="3090862" y="2620470"/>
              <a:ext cx="3005138" cy="308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화살표 144"/>
            <p:cNvCxnSpPr>
              <a:stCxn id="29" idx="2"/>
              <a:endCxn id="23" idx="0"/>
            </p:cNvCxnSpPr>
            <p:nvPr/>
          </p:nvCxnSpPr>
          <p:spPr>
            <a:xfrm>
              <a:off x="4292917" y="2620470"/>
              <a:ext cx="1803083" cy="308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화살표 145"/>
            <p:cNvCxnSpPr>
              <a:stCxn id="28" idx="2"/>
              <a:endCxn id="23" idx="0"/>
            </p:cNvCxnSpPr>
            <p:nvPr/>
          </p:nvCxnSpPr>
          <p:spPr>
            <a:xfrm>
              <a:off x="5494972" y="2620470"/>
              <a:ext cx="601028" cy="308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화살표 146"/>
            <p:cNvCxnSpPr>
              <a:stCxn id="27" idx="2"/>
              <a:endCxn id="23" idx="0"/>
            </p:cNvCxnSpPr>
            <p:nvPr/>
          </p:nvCxnSpPr>
          <p:spPr>
            <a:xfrm rot="10800000" flipV="1">
              <a:off x="6096000" y="2620470"/>
              <a:ext cx="601028" cy="3085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화살표 147"/>
            <p:cNvCxnSpPr>
              <a:stCxn id="26" idx="2"/>
              <a:endCxn id="23" idx="0"/>
            </p:cNvCxnSpPr>
            <p:nvPr/>
          </p:nvCxnSpPr>
          <p:spPr>
            <a:xfrm rot="10800000" flipV="1">
              <a:off x="6096000" y="2620470"/>
              <a:ext cx="1803083" cy="3085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화살표 148"/>
            <p:cNvCxnSpPr>
              <a:stCxn id="25" idx="2"/>
              <a:endCxn id="23" idx="0"/>
            </p:cNvCxnSpPr>
            <p:nvPr/>
          </p:nvCxnSpPr>
          <p:spPr>
            <a:xfrm rot="10800000" flipV="1">
              <a:off x="6096000" y="2620470"/>
              <a:ext cx="3005138" cy="30850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화살표 149"/>
            <p:cNvCxnSpPr>
              <a:stCxn id="24" idx="2"/>
              <a:endCxn id="23" idx="0"/>
            </p:cNvCxnSpPr>
            <p:nvPr/>
          </p:nvCxnSpPr>
          <p:spPr>
            <a:xfrm rot="10800000" flipV="1">
              <a:off x="6096000" y="2620472"/>
              <a:ext cx="4207194" cy="3085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화살표 150"/>
            <p:cNvCxnSpPr>
              <a:stCxn id="12" idx="2"/>
              <a:endCxn id="31" idx="0"/>
            </p:cNvCxnSpPr>
            <p:nvPr/>
          </p:nvCxnSpPr>
          <p:spPr>
            <a:xfrm rot="5400000">
              <a:off x="918250" y="2712821"/>
              <a:ext cx="1062909" cy="878205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화살표 151"/>
            <p:cNvCxnSpPr>
              <a:stCxn id="30" idx="2"/>
              <a:endCxn id="32" idx="0"/>
            </p:cNvCxnSpPr>
            <p:nvPr/>
          </p:nvCxnSpPr>
          <p:spPr>
            <a:xfrm rot="5400000">
              <a:off x="2246153" y="2837481"/>
              <a:ext cx="1061721" cy="627698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화살표 152"/>
            <p:cNvCxnSpPr>
              <a:stCxn id="29" idx="2"/>
              <a:endCxn id="33" idx="0"/>
            </p:cNvCxnSpPr>
            <p:nvPr/>
          </p:nvCxnSpPr>
          <p:spPr>
            <a:xfrm rot="5400000">
              <a:off x="3605371" y="2994643"/>
              <a:ext cx="1061721" cy="313374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화살표 153"/>
            <p:cNvCxnSpPr>
              <a:stCxn id="26" idx="2"/>
              <a:endCxn id="36" idx="0"/>
            </p:cNvCxnSpPr>
            <p:nvPr/>
          </p:nvCxnSpPr>
          <p:spPr>
            <a:xfrm rot="16200000" flipH="1">
              <a:off x="7587773" y="2931779"/>
              <a:ext cx="1061720" cy="439103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화살표 154"/>
            <p:cNvCxnSpPr>
              <a:stCxn id="25" idx="2"/>
              <a:endCxn id="37" idx="0"/>
            </p:cNvCxnSpPr>
            <p:nvPr/>
          </p:nvCxnSpPr>
          <p:spPr>
            <a:xfrm rot="16200000" flipH="1">
              <a:off x="8889842" y="2831766"/>
              <a:ext cx="1061720" cy="639128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화살표 155"/>
            <p:cNvCxnSpPr>
              <a:stCxn id="24" idx="2"/>
              <a:endCxn id="38" idx="0"/>
            </p:cNvCxnSpPr>
            <p:nvPr/>
          </p:nvCxnSpPr>
          <p:spPr>
            <a:xfrm rot="16200000" flipH="1">
              <a:off x="10213340" y="2710322"/>
              <a:ext cx="1061721" cy="882016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양방향 화살표 158"/>
            <p:cNvCxnSpPr>
              <a:stCxn id="28" idx="2"/>
            </p:cNvCxnSpPr>
            <p:nvPr/>
          </p:nvCxnSpPr>
          <p:spPr>
            <a:xfrm rot="5400000">
              <a:off x="5041605" y="2321362"/>
              <a:ext cx="154256" cy="752472"/>
            </a:xfrm>
            <a:prstGeom prst="bentConnector2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선 160"/>
            <p:cNvCxnSpPr/>
            <p:nvPr/>
          </p:nvCxnSpPr>
          <p:spPr>
            <a:xfrm rot="16200000" flipH="1" flipV="1">
              <a:off x="4349736" y="3167488"/>
              <a:ext cx="785523" cy="1"/>
            </a:xfrm>
            <a:prstGeom prst="line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양방향 화살표 161"/>
            <p:cNvCxnSpPr>
              <a:endCxn id="34" idx="0"/>
            </p:cNvCxnSpPr>
            <p:nvPr/>
          </p:nvCxnSpPr>
          <p:spPr>
            <a:xfrm>
              <a:off x="4742497" y="3560250"/>
              <a:ext cx="848677" cy="121941"/>
            </a:xfrm>
            <a:prstGeom prst="bentConnector2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양방향 화살표 162"/>
            <p:cNvCxnSpPr>
              <a:stCxn id="27" idx="2"/>
            </p:cNvCxnSpPr>
            <p:nvPr/>
          </p:nvCxnSpPr>
          <p:spPr>
            <a:xfrm rot="16200000" flipH="1">
              <a:off x="7070669" y="2246826"/>
              <a:ext cx="154256" cy="901544"/>
            </a:xfrm>
            <a:prstGeom prst="bentConnector2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선 163"/>
            <p:cNvCxnSpPr/>
            <p:nvPr/>
          </p:nvCxnSpPr>
          <p:spPr>
            <a:xfrm rot="16200000" flipH="1">
              <a:off x="7205806" y="3167487"/>
              <a:ext cx="785525" cy="0"/>
            </a:xfrm>
            <a:prstGeom prst="line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양방향 화살표 164"/>
            <p:cNvCxnSpPr>
              <a:endCxn id="35" idx="0"/>
            </p:cNvCxnSpPr>
            <p:nvPr/>
          </p:nvCxnSpPr>
          <p:spPr>
            <a:xfrm rot="10800000" flipV="1">
              <a:off x="7059931" y="3560249"/>
              <a:ext cx="538638" cy="121941"/>
            </a:xfrm>
            <a:prstGeom prst="bentConnector2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양방향 화살표 165"/>
            <p:cNvCxnSpPr>
              <a:stCxn id="12" idx="1"/>
            </p:cNvCxnSpPr>
            <p:nvPr/>
          </p:nvCxnSpPr>
          <p:spPr>
            <a:xfrm rot="10800000" flipV="1">
              <a:off x="208500" y="2298691"/>
              <a:ext cx="1079288" cy="2517221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화살표 166"/>
            <p:cNvCxnSpPr>
              <a:endCxn id="39" idx="1"/>
            </p:cNvCxnSpPr>
            <p:nvPr/>
          </p:nvCxnSpPr>
          <p:spPr>
            <a:xfrm>
              <a:off x="208500" y="4815912"/>
              <a:ext cx="4829272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양방향 화살표 167"/>
            <p:cNvCxnSpPr>
              <a:stCxn id="30" idx="2"/>
            </p:cNvCxnSpPr>
            <p:nvPr/>
          </p:nvCxnSpPr>
          <p:spPr>
            <a:xfrm rot="5400000">
              <a:off x="1245417" y="1583553"/>
              <a:ext cx="808529" cy="2882364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양방향 화살표 168"/>
            <p:cNvCxnSpPr>
              <a:stCxn id="29" idx="2"/>
            </p:cNvCxnSpPr>
            <p:nvPr/>
          </p:nvCxnSpPr>
          <p:spPr>
            <a:xfrm rot="5400000">
              <a:off x="3287625" y="2423707"/>
              <a:ext cx="808529" cy="1202056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선 170"/>
            <p:cNvCxnSpPr>
              <a:stCxn id="28" idx="2"/>
            </p:cNvCxnSpPr>
            <p:nvPr/>
          </p:nvCxnSpPr>
          <p:spPr>
            <a:xfrm rot="10800000" flipV="1">
              <a:off x="4292918" y="2620471"/>
              <a:ext cx="1202054" cy="49122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양방향 화살표 172"/>
            <p:cNvCxnSpPr>
              <a:stCxn id="26" idx="2"/>
            </p:cNvCxnSpPr>
            <p:nvPr/>
          </p:nvCxnSpPr>
          <p:spPr>
            <a:xfrm rot="5400000">
              <a:off x="5691739" y="1221649"/>
              <a:ext cx="808529" cy="3606172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양방향 화살표 173"/>
            <p:cNvCxnSpPr>
              <a:stCxn id="25" idx="2"/>
            </p:cNvCxnSpPr>
            <p:nvPr/>
          </p:nvCxnSpPr>
          <p:spPr>
            <a:xfrm rot="5400000">
              <a:off x="8095846" y="2423706"/>
              <a:ext cx="808529" cy="1202058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양방향 화살표 174"/>
            <p:cNvCxnSpPr>
              <a:stCxn id="24" idx="2"/>
            </p:cNvCxnSpPr>
            <p:nvPr/>
          </p:nvCxnSpPr>
          <p:spPr>
            <a:xfrm rot="5400000">
              <a:off x="9297903" y="2423707"/>
              <a:ext cx="808529" cy="1202056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선 175"/>
            <p:cNvCxnSpPr>
              <a:stCxn id="27" idx="2"/>
            </p:cNvCxnSpPr>
            <p:nvPr/>
          </p:nvCxnSpPr>
          <p:spPr>
            <a:xfrm>
              <a:off x="6697028" y="2620470"/>
              <a:ext cx="1202053" cy="491225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양방향 화살표 177"/>
            <p:cNvCxnSpPr>
              <a:stCxn id="41" idx="1"/>
            </p:cNvCxnSpPr>
            <p:nvPr/>
          </p:nvCxnSpPr>
          <p:spPr>
            <a:xfrm rot="10800000">
              <a:off x="4292917" y="4815913"/>
              <a:ext cx="230422" cy="1565532"/>
            </a:xfrm>
            <a:prstGeom prst="bentConnector2">
              <a:avLst/>
            </a:prstGeom>
            <a:ln>
              <a:solidFill>
                <a:schemeClr val="accent4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양방향 화살표 179"/>
            <p:cNvCxnSpPr>
              <a:stCxn id="42" idx="0"/>
            </p:cNvCxnSpPr>
            <p:nvPr/>
          </p:nvCxnSpPr>
          <p:spPr>
            <a:xfrm rot="16200000" flipV="1">
              <a:off x="5114612" y="4578246"/>
              <a:ext cx="159692" cy="1803083"/>
            </a:xfrm>
            <a:prstGeom prst="bentConnector2">
              <a:avLst/>
            </a:prstGeom>
            <a:ln>
              <a:solidFill>
                <a:schemeClr val="accent4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꺾인 연결선 181"/>
            <p:cNvCxnSpPr>
              <a:stCxn id="23" idx="3"/>
              <a:endCxn id="39" idx="3"/>
            </p:cNvCxnSpPr>
            <p:nvPr/>
          </p:nvCxnSpPr>
          <p:spPr>
            <a:xfrm flipH="1">
              <a:off x="7154227" y="3111695"/>
              <a:ext cx="147638" cy="1704217"/>
            </a:xfrm>
            <a:prstGeom prst="bentConnector3">
              <a:avLst>
                <a:gd name="adj1" fmla="val -3173421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양방향 화살표 182"/>
            <p:cNvCxnSpPr>
              <a:stCxn id="42" idx="3"/>
            </p:cNvCxnSpPr>
            <p:nvPr/>
          </p:nvCxnSpPr>
          <p:spPr>
            <a:xfrm flipV="1">
              <a:off x="6697028" y="4815912"/>
              <a:ext cx="901541" cy="1063339"/>
            </a:xfrm>
            <a:prstGeom prst="bentConnector2">
              <a:avLst/>
            </a:prstGeom>
            <a:ln>
              <a:solidFill>
                <a:schemeClr val="accent1">
                  <a:satMod val="105000"/>
                </a:schemeClr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꺾인 연결선 184"/>
            <p:cNvCxnSpPr>
              <a:endCxn id="41" idx="3"/>
            </p:cNvCxnSpPr>
            <p:nvPr/>
          </p:nvCxnSpPr>
          <p:spPr>
            <a:xfrm rot="10800000" flipV="1">
              <a:off x="5256930" y="5879257"/>
              <a:ext cx="2341640" cy="502186"/>
            </a:xfrm>
            <a:prstGeom prst="bentConnector3">
              <a:avLst>
                <a:gd name="adj1" fmla="val -177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꺾인 연결선 185"/>
            <p:cNvCxnSpPr>
              <a:stCxn id="22" idx="2"/>
              <a:endCxn id="36" idx="0"/>
            </p:cNvCxnSpPr>
            <p:nvPr/>
          </p:nvCxnSpPr>
          <p:spPr>
            <a:xfrm rot="5400000">
              <a:off x="8758879" y="1459690"/>
              <a:ext cx="1801807" cy="2643194"/>
            </a:xfrm>
            <a:prstGeom prst="bentConnector3">
              <a:avLst>
                <a:gd name="adj1" fmla="val 80718"/>
              </a:avLst>
            </a:prstGeom>
            <a:ln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꺾인 연결선 191"/>
            <p:cNvCxnSpPr>
              <a:stCxn id="22" idx="2"/>
              <a:endCxn id="35" idx="0"/>
            </p:cNvCxnSpPr>
            <p:nvPr/>
          </p:nvCxnSpPr>
          <p:spPr>
            <a:xfrm rot="5400000">
              <a:off x="8119748" y="820565"/>
              <a:ext cx="1801807" cy="3921443"/>
            </a:xfrm>
            <a:prstGeom prst="bentConnector3">
              <a:avLst>
                <a:gd name="adj1" fmla="val 80718"/>
              </a:avLst>
            </a:prstGeom>
            <a:ln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꺾인 연결선 192"/>
            <p:cNvCxnSpPr>
              <a:stCxn id="22" idx="2"/>
              <a:endCxn id="34" idx="0"/>
            </p:cNvCxnSpPr>
            <p:nvPr/>
          </p:nvCxnSpPr>
          <p:spPr>
            <a:xfrm rot="5400000">
              <a:off x="7385368" y="86191"/>
              <a:ext cx="1801805" cy="5390193"/>
            </a:xfrm>
            <a:prstGeom prst="bentConnector3">
              <a:avLst>
                <a:gd name="adj1" fmla="val 80719"/>
              </a:avLst>
            </a:prstGeom>
            <a:ln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꺾인 연결선 193"/>
            <p:cNvCxnSpPr>
              <a:stCxn id="22" idx="2"/>
              <a:endCxn id="33" idx="0"/>
            </p:cNvCxnSpPr>
            <p:nvPr/>
          </p:nvCxnSpPr>
          <p:spPr>
            <a:xfrm rot="5400000">
              <a:off x="6579556" y="-719624"/>
              <a:ext cx="1801803" cy="7001827"/>
            </a:xfrm>
            <a:prstGeom prst="bentConnector3">
              <a:avLst>
                <a:gd name="adj1" fmla="val 80719"/>
              </a:avLst>
            </a:prstGeom>
            <a:ln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꺾인 연결선 198"/>
            <p:cNvCxnSpPr>
              <a:stCxn id="22" idx="3"/>
              <a:endCxn id="46" idx="3"/>
            </p:cNvCxnSpPr>
            <p:nvPr/>
          </p:nvCxnSpPr>
          <p:spPr>
            <a:xfrm>
              <a:off x="11582396" y="1558602"/>
              <a:ext cx="1588" cy="4320650"/>
            </a:xfrm>
            <a:prstGeom prst="bentConnector3">
              <a:avLst>
                <a:gd name="adj1" fmla="val 32460892"/>
              </a:avLst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양방향 화살표 199"/>
            <p:cNvCxnSpPr>
              <a:stCxn id="39" idx="0"/>
            </p:cNvCxnSpPr>
            <p:nvPr/>
          </p:nvCxnSpPr>
          <p:spPr>
            <a:xfrm rot="5400000" flipH="1" flipV="1">
              <a:off x="9013316" y="1535420"/>
              <a:ext cx="180353" cy="6015014"/>
            </a:xfrm>
            <a:prstGeom prst="bentConnector2">
              <a:avLst/>
            </a:prstGeom>
            <a:ln>
              <a:solidFill>
                <a:srgbClr val="a11d23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꺾인 화살표 연결선 202"/>
            <p:cNvCxnSpPr>
              <a:stCxn id="22" idx="3"/>
              <a:endCxn id="45" idx="2"/>
            </p:cNvCxnSpPr>
            <p:nvPr/>
          </p:nvCxnSpPr>
          <p:spPr>
            <a:xfrm flipH="1">
              <a:off x="8681086" y="1558603"/>
              <a:ext cx="2901310" cy="4640267"/>
            </a:xfrm>
            <a:prstGeom prst="bentConnector4">
              <a:avLst>
                <a:gd name="adj1" fmla="val -18097"/>
                <a:gd name="adj2" fmla="val 109646"/>
              </a:avLst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양방향 화살표 205"/>
            <p:cNvCxnSpPr>
              <a:stCxn id="42" idx="2"/>
            </p:cNvCxnSpPr>
            <p:nvPr/>
          </p:nvCxnSpPr>
          <p:spPr>
            <a:xfrm rot="16200000" flipH="1">
              <a:off x="7166604" y="5128268"/>
              <a:ext cx="443880" cy="2585083"/>
            </a:xfrm>
            <a:prstGeom prst="bentConnector2">
              <a:avLst/>
            </a:prstGeom>
            <a:ln>
              <a:solidFill>
                <a:srgbClr val="a11d23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양방향 화살표 206"/>
            <p:cNvCxnSpPr>
              <a:stCxn id="41" idx="2"/>
            </p:cNvCxnSpPr>
            <p:nvPr/>
          </p:nvCxnSpPr>
          <p:spPr>
            <a:xfrm rot="16200000" flipH="1">
              <a:off x="5453700" y="6000450"/>
              <a:ext cx="78733" cy="1205866"/>
            </a:xfrm>
            <a:prstGeom prst="bentConnector2">
              <a:avLst/>
            </a:prstGeom>
            <a:ln>
              <a:solidFill>
                <a:srgbClr val="a11d23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화살표 207"/>
            <p:cNvCxnSpPr>
              <a:stCxn id="31" idx="2"/>
              <a:endCxn id="39" idx="0"/>
            </p:cNvCxnSpPr>
            <p:nvPr/>
          </p:nvCxnSpPr>
          <p:spPr>
            <a:xfrm>
              <a:off x="1010602" y="4322445"/>
              <a:ext cx="5085397" cy="310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화살표 208"/>
            <p:cNvCxnSpPr>
              <a:stCxn id="32" idx="2"/>
              <a:endCxn id="39" idx="0"/>
            </p:cNvCxnSpPr>
            <p:nvPr/>
          </p:nvCxnSpPr>
          <p:spPr>
            <a:xfrm>
              <a:off x="2463163" y="4322445"/>
              <a:ext cx="3632836" cy="310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화살표 209"/>
            <p:cNvCxnSpPr>
              <a:stCxn id="33" idx="2"/>
              <a:endCxn id="39" idx="0"/>
            </p:cNvCxnSpPr>
            <p:nvPr/>
          </p:nvCxnSpPr>
          <p:spPr>
            <a:xfrm>
              <a:off x="3979544" y="4322445"/>
              <a:ext cx="2116455" cy="310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화살표 210"/>
            <p:cNvCxnSpPr>
              <a:stCxn id="34" idx="2"/>
              <a:endCxn id="39" idx="0"/>
            </p:cNvCxnSpPr>
            <p:nvPr/>
          </p:nvCxnSpPr>
          <p:spPr>
            <a:xfrm>
              <a:off x="5591174" y="4322445"/>
              <a:ext cx="504825" cy="310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화살표 211"/>
            <p:cNvCxnSpPr>
              <a:stCxn id="35" idx="2"/>
              <a:endCxn id="39" idx="0"/>
            </p:cNvCxnSpPr>
            <p:nvPr/>
          </p:nvCxnSpPr>
          <p:spPr>
            <a:xfrm rot="10800000" flipV="1">
              <a:off x="6096000" y="4322445"/>
              <a:ext cx="963930" cy="31066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화살표 212"/>
            <p:cNvCxnSpPr>
              <a:stCxn id="36" idx="2"/>
              <a:endCxn id="39" idx="0"/>
            </p:cNvCxnSpPr>
            <p:nvPr/>
          </p:nvCxnSpPr>
          <p:spPr>
            <a:xfrm rot="10800000" flipV="1">
              <a:off x="6096000" y="4322446"/>
              <a:ext cx="2242186" cy="31065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화살표 213"/>
            <p:cNvCxnSpPr>
              <a:stCxn id="37" idx="2"/>
              <a:endCxn id="39" idx="0"/>
            </p:cNvCxnSpPr>
            <p:nvPr/>
          </p:nvCxnSpPr>
          <p:spPr>
            <a:xfrm rot="10800000" flipV="1">
              <a:off x="6096000" y="4322447"/>
              <a:ext cx="3644266" cy="31065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화살표 214"/>
            <p:cNvCxnSpPr>
              <a:stCxn id="38" idx="2"/>
              <a:endCxn id="39" idx="0"/>
            </p:cNvCxnSpPr>
            <p:nvPr/>
          </p:nvCxnSpPr>
          <p:spPr>
            <a:xfrm rot="10800000" flipV="1">
              <a:off x="6096000" y="4322447"/>
              <a:ext cx="5089208" cy="31065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양방향 화살표 215"/>
            <p:cNvCxnSpPr>
              <a:stCxn id="38" idx="2"/>
            </p:cNvCxnSpPr>
            <p:nvPr/>
          </p:nvCxnSpPr>
          <p:spPr>
            <a:xfrm rot="5400000">
              <a:off x="8632471" y="2687523"/>
              <a:ext cx="917797" cy="4187656"/>
            </a:xfrm>
            <a:prstGeom prst="bentConnector2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화살표 216"/>
            <p:cNvCxnSpPr>
              <a:endCxn id="42" idx="3"/>
            </p:cNvCxnSpPr>
            <p:nvPr/>
          </p:nvCxnSpPr>
          <p:spPr>
            <a:xfrm rot="5400000">
              <a:off x="6527784" y="5409493"/>
              <a:ext cx="639002" cy="30051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선 217"/>
            <p:cNvCxnSpPr/>
            <p:nvPr/>
          </p:nvCxnSpPr>
          <p:spPr>
            <a:xfrm rot="5400000">
              <a:off x="6335807" y="5901984"/>
              <a:ext cx="1323766" cy="296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화살표 218"/>
            <p:cNvCxnSpPr>
              <a:endCxn id="41" idx="3"/>
            </p:cNvCxnSpPr>
            <p:nvPr/>
          </p:nvCxnSpPr>
          <p:spPr>
            <a:xfrm rot="10800000">
              <a:off x="5256930" y="6381443"/>
              <a:ext cx="1740611" cy="18257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선 219"/>
            <p:cNvCxnSpPr>
              <a:stCxn id="37" idx="2"/>
            </p:cNvCxnSpPr>
            <p:nvPr/>
          </p:nvCxnSpPr>
          <p:spPr>
            <a:xfrm rot="16200000" flipH="1">
              <a:off x="9281364" y="4781347"/>
              <a:ext cx="917805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선 220"/>
            <p:cNvCxnSpPr>
              <a:stCxn id="36" idx="2"/>
            </p:cNvCxnSpPr>
            <p:nvPr/>
          </p:nvCxnSpPr>
          <p:spPr>
            <a:xfrm rot="16200000" flipH="1" flipV="1">
              <a:off x="7879284" y="4781345"/>
              <a:ext cx="917806" cy="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선 221"/>
            <p:cNvCxnSpPr>
              <a:stCxn id="35" idx="2"/>
            </p:cNvCxnSpPr>
            <p:nvPr/>
          </p:nvCxnSpPr>
          <p:spPr>
            <a:xfrm rot="16200000" flipH="1">
              <a:off x="6959064" y="4423313"/>
              <a:ext cx="917806" cy="716067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양방향 화살표 222"/>
            <p:cNvCxnSpPr>
              <a:stCxn id="31" idx="2"/>
            </p:cNvCxnSpPr>
            <p:nvPr/>
          </p:nvCxnSpPr>
          <p:spPr>
            <a:xfrm rot="16200000" flipH="1">
              <a:off x="2403496" y="2929550"/>
              <a:ext cx="797040" cy="3582829"/>
            </a:xfrm>
            <a:prstGeom prst="bentConnector2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화살표 223"/>
            <p:cNvCxnSpPr>
              <a:endCxn id="42" idx="1"/>
            </p:cNvCxnSpPr>
            <p:nvPr/>
          </p:nvCxnSpPr>
          <p:spPr>
            <a:xfrm>
              <a:off x="4593431" y="5119485"/>
              <a:ext cx="901541" cy="759767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화살표 224"/>
            <p:cNvCxnSpPr>
              <a:endCxn id="41" idx="0"/>
            </p:cNvCxnSpPr>
            <p:nvPr/>
          </p:nvCxnSpPr>
          <p:spPr>
            <a:xfrm rot="16200000" flipH="1">
              <a:off x="4202091" y="5510826"/>
              <a:ext cx="1079384" cy="296704"/>
            </a:xfrm>
            <a:prstGeom prst="straightConnector1">
              <a:avLst/>
            </a:prstGeom>
            <a:ln>
              <a:solidFill>
                <a:srgbClr val="a11d2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선 225"/>
            <p:cNvCxnSpPr>
              <a:stCxn id="32" idx="2"/>
            </p:cNvCxnSpPr>
            <p:nvPr/>
          </p:nvCxnSpPr>
          <p:spPr>
            <a:xfrm rot="16200000" flipH="1" flipV="1">
              <a:off x="2064643" y="4720964"/>
              <a:ext cx="797041" cy="1"/>
            </a:xfrm>
            <a:prstGeom prst="line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선 227"/>
            <p:cNvCxnSpPr>
              <a:stCxn id="33" idx="2"/>
            </p:cNvCxnSpPr>
            <p:nvPr/>
          </p:nvCxnSpPr>
          <p:spPr>
            <a:xfrm rot="16200000" flipH="1" flipV="1">
              <a:off x="3581021" y="4720962"/>
              <a:ext cx="797047" cy="1"/>
            </a:xfrm>
            <a:prstGeom prst="line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선 228"/>
            <p:cNvCxnSpPr>
              <a:stCxn id="34" idx="2"/>
            </p:cNvCxnSpPr>
            <p:nvPr/>
          </p:nvCxnSpPr>
          <p:spPr>
            <a:xfrm rot="10800000" flipV="1">
              <a:off x="3979544" y="4322447"/>
              <a:ext cx="1611630" cy="797038"/>
            </a:xfrm>
            <a:prstGeom prst="line">
              <a:avLst/>
            </a:prstGeom>
            <a:ln>
              <a:solidFill>
                <a:srgbClr val="a11d2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535143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End-user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type="pic" sz="half" idx="1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15148" y="1600156"/>
            <a:ext cx="1057422" cy="1038369"/>
          </a:xfrm>
          <a:prstGeom prst="rect">
            <a:avLst/>
          </a:prstGeom>
        </p:spPr>
      </p:pic>
      <p:sp>
        <p:nvSpPr>
          <p:cNvPr id="4" name="본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p>
            <a:pPr lvl="0">
              <a:defRPr/>
            </a:pPr>
            <a:r>
              <a:rPr lang="en-US" altLang="ko-KR"/>
              <a:t>SmartCore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Master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Strategy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Inbound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Outbound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Stock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Status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Analysis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System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Core Widget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Mobile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06263" y="1600200"/>
            <a:ext cx="1095527" cy="1066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End-user</a:t>
            </a:r>
            <a:endParaRPr lang="en-US" altLang="ko-KR"/>
          </a:p>
        </p:txBody>
      </p:sp>
      <p:sp>
        <p:nvSpPr>
          <p:cNvPr id="3" name="본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5486366" cy="4525963"/>
          </a:xfrm>
        </p:spPr>
        <p:txBody>
          <a:bodyPr>
            <a:normAutofit fontScale="70000" lnSpcReduction="20000"/>
          </a:bodyPr>
          <a:p>
            <a:pPr lvl="0">
              <a:defRPr/>
            </a:pPr>
            <a:r>
              <a:rPr lang="en-US" altLang="ko-KR"/>
              <a:t>SmartCore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End-user 통합 포탈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iframe 비사용 및 Block 참조 권장, iframe 이용 시 Screen 참조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SmartCore Master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마스터관리 메뉴 관련 Screen/Blcok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Strategy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전략관리</a:t>
            </a:r>
            <a:r>
              <a:rPr lang="en-US" altLang="ko-KR"/>
              <a:t> 메뉴 관련 Screen/Block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Inbound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입고관리</a:t>
            </a:r>
            <a:r>
              <a:rPr lang="en-US" altLang="ko-KR"/>
              <a:t> 메뉴 관련 Screen/Block</a:t>
            </a:r>
            <a:endParaRPr lang="en-US" altLang="ko-KR"/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Outbound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출고관리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Screen/Block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Stock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재고관리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Screen/Block</a:t>
            </a:r>
            <a:endParaRPr lang="en-US" altLang="ko-KR"/>
          </a:p>
        </p:txBody>
      </p:sp>
      <p:sp>
        <p:nvSpPr>
          <p:cNvPr id="7" name="본문 개체 틀 2"/>
          <p:cNvSpPr/>
          <p:nvPr/>
        </p:nvSpPr>
        <p:spPr>
          <a:xfrm>
            <a:off x="6689636" y="1600200"/>
            <a:ext cx="4893866" cy="4525963"/>
          </a:xfrm>
          <a:prstGeom prst="rect">
            <a:avLst/>
          </a:prstGeom>
        </p:spPr>
        <p:txBody>
          <a:bodyPr vert="horz" lIns="91440" tIns="45720" rIns="91440" bIns="45720">
            <a:normAutofit fontScale="70000" lnSpcReduction="2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Status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재고현황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Screen/Block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Analysis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분석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통계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Screen/Block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System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시스템관리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Screen/Block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Core Widget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End-user에서 공통으로 사용되며 Core를 호출하는 Action 및 Block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Mobile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Mobile Screen과 Core를 호출하는 Action 및 Block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63759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Core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type="pic" sz="half" idx="1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15148" y="1600156"/>
            <a:ext cx="1057422" cy="1038369"/>
          </a:xfrm>
          <a:prstGeom prst="rect">
            <a:avLst/>
          </a:prstGeom>
        </p:spPr>
      </p:pic>
      <p:sp>
        <p:nvSpPr>
          <p:cNvPr id="4" name="본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en-US" altLang="ko-KR"/>
              <a:t>SmartCore Database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Master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Strategy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Inbound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Outbound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Stock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Status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Analysis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System Logic</a:t>
            </a:r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Core</a:t>
            </a:r>
            <a:endParaRPr lang="en-US" altLang="ko-KR"/>
          </a:p>
        </p:txBody>
      </p:sp>
      <p:sp>
        <p:nvSpPr>
          <p:cNvPr id="3" name="본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5486366" cy="4525963"/>
          </a:xfrm>
        </p:spPr>
        <p:txBody>
          <a:bodyPr>
            <a:normAutofit fontScale="85000" lnSpcReduction="20000"/>
          </a:bodyPr>
          <a:p>
            <a:pPr lvl="0">
              <a:defRPr/>
            </a:pPr>
            <a:r>
              <a:rPr lang="en-US" altLang="ko-KR"/>
              <a:t>SmartCore Database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SmartCore에 사용되는 Entity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Entity Actions를 확장한 CRUD Actions (</a:t>
            </a:r>
            <a:r>
              <a:rPr lang="ko-KR" altLang="en-US"/>
              <a:t>모듈 내 </a:t>
            </a:r>
            <a:r>
              <a:rPr lang="en-US" altLang="ko-KR"/>
              <a:t>Example</a:t>
            </a:r>
            <a:r>
              <a:rPr lang="ko-KR" altLang="en-US"/>
              <a:t> 참고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Master Logic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마스터관리</a:t>
            </a:r>
            <a:r>
              <a:rPr lang="en-US" altLang="ko-KR"/>
              <a:t> 메뉴 관련 Business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Strategy Logic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전략관리</a:t>
            </a:r>
            <a:r>
              <a:rPr lang="en-US" altLang="ko-KR"/>
              <a:t> 메뉴 관련 Business Logic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Inbound Logic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입고관리</a:t>
            </a:r>
            <a:r>
              <a:rPr lang="en-US" altLang="ko-KR"/>
              <a:t> 메뉴 관련 Business Logic</a:t>
            </a:r>
            <a:endParaRPr lang="en-US" altLang="ko-KR"/>
          </a:p>
        </p:txBody>
      </p:sp>
      <p:sp>
        <p:nvSpPr>
          <p:cNvPr id="5" name="본문 개체 틀 2"/>
          <p:cNvSpPr/>
          <p:nvPr/>
        </p:nvSpPr>
        <p:spPr>
          <a:xfrm>
            <a:off x="6096000" y="1600200"/>
            <a:ext cx="5486366" cy="4525963"/>
          </a:xfrm>
          <a:prstGeom prst="rect">
            <a:avLst/>
          </a:prstGeom>
        </p:spPr>
        <p:txBody>
          <a:bodyPr vert="horz" lIns="91440" tIns="45720" rIns="91440" bIns="45720">
            <a:normAutofit fontScale="85000" lnSpcReduction="2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Outbound Logic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출고관리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Business Logic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Stock Logic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재고관리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Business Logic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Status Logic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재고현황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Business Logic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Analysis Logic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분석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통계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Business Logic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SmartCore System Logic</a:t>
            </a:r>
            <a:endParaRPr xmlns:mc="http://schemas.openxmlformats.org/markup-compatibility/2006" xmlns:hp="http://schemas.haansoft.com/office/presentation/8.0" kumimoji="0" lang="en-US" altLang="ko-KR" sz="3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시스템관리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메뉴 관련 Business Logic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Foundation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type="pic" sz="half" idx="1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15149" y="1600155"/>
            <a:ext cx="1086001" cy="1057422"/>
          </a:xfrm>
          <a:prstGeom prst="rect">
            <a:avLst/>
          </a:prstGeom>
        </p:spPr>
      </p:pic>
      <p:sp>
        <p:nvSpPr>
          <p:cNvPr id="4" name="본문 개체 틀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p>
            <a:pPr lvl="0">
              <a:defRPr/>
            </a:pPr>
            <a:r>
              <a:rPr lang="en-US" altLang="ko-KR"/>
              <a:t>Advanced Excel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CSVUtil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Gauge Chart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Javascript QR Code Generator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OutSystems Data Grid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Reactive Bar Code Generator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SHA-512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Library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Mobile Pattern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Mobile Theme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Pattern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Theme</a:t>
            </a:r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105735" y="1600155"/>
            <a:ext cx="1095527" cy="10574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614656" y="1600155"/>
            <a:ext cx="1152685" cy="105742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15149" y="2905051"/>
            <a:ext cx="1095527" cy="104789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105735" y="2885999"/>
            <a:ext cx="1152685" cy="108600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614656" y="2900288"/>
            <a:ext cx="1114580" cy="105742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09599" y="4173260"/>
            <a:ext cx="1076475" cy="10764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2105735" y="4197076"/>
            <a:ext cx="1038369" cy="102884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14656" y="4187550"/>
            <a:ext cx="1086001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63973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Foundation</a:t>
            </a:r>
            <a:endParaRPr lang="en-US" altLang="ko-KR"/>
          </a:p>
        </p:txBody>
      </p:sp>
      <p:sp>
        <p:nvSpPr>
          <p:cNvPr id="3" name="본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p>
            <a:pPr lvl="0">
              <a:defRPr/>
            </a:pPr>
            <a:r>
              <a:rPr lang="en-US" altLang="ko-KR"/>
              <a:t>SmartCore Library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Core와 무관한 Actions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Core와 무관하고 Pattern이 아닌 Blocks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커스텀한 Forge Modules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Mobile Pattern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SmartCore Mobile에서 사용되며 Core와 무관하고 CSS 없이 구현되어 SmartCore Mobile Theme과 결합될 Blocks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Mobile Theme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SmartCore Theme을 바탕으로 SmartCore Mobile에서 사용되는 Style Sheet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Pattern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SmartCore에서 사용되며 Core와 무관하고 CSS 없이 구현되어 SmartCore Theme과 결합될 Blocks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SmartCore Theme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SmartCore에 사용되는 Style Sheet</a:t>
            </a:r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294</ep:Words>
  <ep:PresentationFormat>화면 슬라이드 쇼(4:3)</ep:PresentationFormat>
  <ep:Paragraphs>106</ep:Paragraphs>
  <ep:Slides>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한컴오피스</vt:lpstr>
      <vt:lpstr>Smartcore Architecture</vt:lpstr>
      <vt:lpstr>3 Layer</vt:lpstr>
      <vt:lpstr>Dependencies</vt:lpstr>
      <vt:lpstr>End-user</vt:lpstr>
      <vt:lpstr>End-user</vt:lpstr>
      <vt:lpstr>Core</vt:lpstr>
      <vt:lpstr>Core</vt:lpstr>
      <vt:lpstr>Foundation</vt:lpstr>
      <vt:lpstr>Foundation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2026-03-05T04:03:32.230</dcterms:created>
  <dc:creator>KJ</dc:creator>
  <cp:lastModifiedBy>KJ</cp:lastModifiedBy>
  <dcterms:modified xsi:type="dcterms:W3CDTF">2026-03-06T05:00:25.463</dcterms:modified>
  <cp:revision>76</cp:revision>
  <dc:title>Smartcore Architecture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